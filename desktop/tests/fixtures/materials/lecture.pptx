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0"/>
    <p:sldId id="257" r:id="rId2"/>
  </p:sldIdLst>
  <p:sldSz cx="9144000" cy="6858000"/>
</p:presentation>
</file>

<file path=ppt/_rels/presentation.xml.rels><?xml version="1.0" encoding="UTF-8"?><Relationships xmlns="http://schemas.openxmlformats.org/package/2006/relationships"><Relationship Id="rId10" Type="http://schemas.openxmlformats.org/officeDocument/2006/relationships/slide" Target="slides/slide10.xml"/><Relationship Id="rId2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t>Registers store 32-bit values.</a:t>
            </a:r>
          </a:p>
        </p:txBody>
      </p:sp>
    </p:spTree>
  </p:cSld>
</p:notes>
</file>

<file path=ppt/slides/_rels/slide10.xml.rels><?xml version="1.0" encoding="UTF-8"?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Memory instructions</a:t>
            </a:r>
          </a:p>
          <a:p>
            <a:r>
              <a:t>lw $t0, 0($t1)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MIPS &amp; registers</a:t>
            </a:r>
          </a:p>
          <a:p>
            <a:r>
              <a:t>add </a:t>
            </a:r>
            <a:r>
              <a:rPr b="1"/>
              <a:t>$t0, $t1, $t2</a:t>
            </a:r>
          </a:p>
        </p:txBody>
      </p:sp>
    </p:spTree>
  </p:cSld>
</p:sld>
</file>